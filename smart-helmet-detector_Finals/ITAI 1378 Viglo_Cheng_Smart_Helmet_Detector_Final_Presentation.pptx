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3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053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39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8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02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92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08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9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43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648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774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1603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6425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388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57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478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07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42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Helmet Detector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t>Real-Time Safety Compliance Using Computer Vision</a:t>
            </a:r>
          </a:p>
          <a:p>
            <a:endParaRPr/>
          </a:p>
          <a:p>
            <a:r>
              <a:t>Team: Erwin Cheng, Koffi Viglo</a:t>
            </a:r>
          </a:p>
          <a:p>
            <a:r>
              <a:t>Tier 2 – Object Detection (YOLOv8)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Construction sites are high-risk environments</a:t>
            </a:r>
          </a:p>
          <a:p>
            <a:r>
              <a:t>Helmet compliance is often monitored manually</a:t>
            </a:r>
          </a:p>
          <a:p>
            <a:r>
              <a:t>Missed violations can lead to serious injuries</a:t>
            </a:r>
          </a:p>
          <a:p>
            <a:r>
              <a:t>Automation improves consistency and response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Computer vision system to detect helmet vs no-helmet</a:t>
            </a:r>
          </a:p>
          <a:p>
            <a:r>
              <a:t>Processes images or video in near real time</a:t>
            </a:r>
          </a:p>
          <a:p>
            <a:r>
              <a:t>Outputs bounding boxes and confidence scores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Computer Vision Technique: Object Detection</a:t>
            </a:r>
          </a:p>
          <a:p>
            <a:r>
              <a:t>Model: YOLOv8 (Ultralytics)</a:t>
            </a:r>
          </a:p>
          <a:p>
            <a:r>
              <a:t>Pretrained model fine-tuned on helmet dataset</a:t>
            </a:r>
          </a:p>
          <a:p>
            <a:r>
              <a:t>Optimized for real-time inference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Pipeline: Input → Preprocessing → YOLOv8 → Post-processing → Output</a:t>
            </a:r>
          </a:p>
          <a:p>
            <a:r>
              <a:t>Framework: PyTorch</a:t>
            </a:r>
          </a:p>
          <a:p>
            <a:r>
              <a:t>Libraries: Ultralytics, OpenCV, Matplotlib</a:t>
            </a:r>
          </a:p>
          <a:p>
            <a:r>
              <a:t>Developed and tested in Google Colab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Preprocessing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D83D6D-EDE1-4BD3-8002-AC63F17379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346" y="2627887"/>
            <a:ext cx="8225778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Source: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Roboflow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Public Dataset ("Safety Helmet Detection")</a:t>
            </a:r>
            <a:r>
              <a:rPr kumimoji="0" lang="en-US" altLang="en-US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Classes: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Two main classes: Hardhat vs. NO-Hardhat</a:t>
            </a:r>
            <a:r>
              <a:rPr kumimoji="0" lang="en-US" altLang="en-US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24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Size: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[Insert Number, e.g., 500+]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Preprocessing: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Auto-orientation of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Resizing to $640 \times 640$ (standard YOLO input)</a:t>
            </a:r>
            <a:r>
              <a:rPr kumimoji="0" lang="en-US" altLang="en-US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Split: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70% Train, 20% Validation, 10% Test</a:t>
            </a:r>
            <a:r>
              <a:rPr kumimoji="0" lang="en-US" altLang="en-US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26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 trained model on test images</a:t>
            </a:r>
          </a:p>
          <a:p>
            <a:r>
              <a:t>Show real-time bounding boxes and labels</a:t>
            </a:r>
          </a:p>
          <a:p>
            <a:r>
              <a:t>Highlight both success and failure cases</a:t>
            </a:r>
          </a:p>
          <a:p>
            <a:r>
              <a:t>Most important part of the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Evaluation metrics: Precision, Recall, mAP@0.5</a:t>
            </a:r>
          </a:p>
          <a:p>
            <a:r>
              <a:t>Strong detection performance on clear images</a:t>
            </a:r>
          </a:p>
          <a:p>
            <a:r>
              <a:t>Fast inference suitable for real-time 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 Case: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showing clear detection of workers in a complex background.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Failure Case: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where detection failed (e.g., blurry motion, or confusing a baseball cap for a helmet).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model struggles slightly with low light or unusual hat shapes, but performs well in standard conditions.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 1: Environment Setup.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Issue: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couldn't access the local webcam.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Split the project—trained in cloud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ran inference locally (VS Code)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 2: False Positives.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Issue: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 sometimes thought a regular hat was a helmet.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Adjusted the confidence threshold to 0.5 to filter weak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importance of specific data formats (YOLO txt files) vs standard image formats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7F4825-BDCB-4F7D-9B8D-5D50A36C9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real-time video alerts</a:t>
            </a:r>
          </a:p>
          <a:p>
            <a:r>
              <a:t>Expand detection to other PPE</a:t>
            </a:r>
          </a:p>
          <a:p>
            <a:r>
              <a:t>Deploy on edge devices (Jetson, Raspberry Pi)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Professor</a:t>
            </a:r>
            <a:r>
              <a:rPr lang="en-US" dirty="0"/>
              <a:t> Patricia </a:t>
            </a:r>
            <a:r>
              <a:rPr lang="en-US" dirty="0" err="1"/>
              <a:t>Mcmanus</a:t>
            </a:r>
            <a:r>
              <a:rPr lang="en-US" dirty="0"/>
              <a:t> ITAI 1378</a:t>
            </a:r>
            <a:endParaRPr dirty="0"/>
          </a:p>
          <a:p>
            <a:r>
              <a:rPr dirty="0"/>
              <a:t>Open-source tool</a:t>
            </a: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effectLst/>
                <a:latin typeface="Arial" panose="020B0604020202020204" pitchFamily="34" charset="0"/>
              </a:rPr>
              <a:t> Tools &amp; Libraries:</a:t>
            </a:r>
            <a:endParaRPr lang="en-US" altLang="en-US" dirty="0"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effectLst/>
                <a:latin typeface="Arial" panose="020B0604020202020204" pitchFamily="34" charset="0"/>
              </a:rPr>
              <a:t>Ultralytics</a:t>
            </a:r>
            <a:r>
              <a:rPr lang="en-US" altLang="en-US" dirty="0">
                <a:effectLst/>
                <a:latin typeface="Arial" panose="020B0604020202020204" pitchFamily="34" charset="0"/>
              </a:rPr>
              <a:t> (YOLOv8)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effectLst/>
                <a:latin typeface="Arial" panose="020B0604020202020204" pitchFamily="34" charset="0"/>
              </a:rPr>
              <a:t>Roboflow</a:t>
            </a:r>
            <a:r>
              <a:rPr lang="en-US" altLang="en-US" dirty="0">
                <a:effectLst/>
                <a:latin typeface="Arial" panose="020B0604020202020204" pitchFamily="34" charset="0"/>
              </a:rPr>
              <a:t> (Dataset management)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b="1" dirty="0"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effectLst/>
                <a:latin typeface="Arial" panose="020B0604020202020204" pitchFamily="34" charset="0"/>
              </a:rPr>
              <a:t> AI Assistance:</a:t>
            </a:r>
            <a:endParaRPr lang="en-US" altLang="en-US" dirty="0"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effectLst/>
                <a:latin typeface="Arial" panose="020B0604020202020204" pitchFamily="34" charset="0"/>
              </a:rPr>
              <a:t> Used </a:t>
            </a:r>
            <a:r>
              <a:rPr lang="en-US" altLang="en-US" b="1" dirty="0" err="1">
                <a:effectLst/>
                <a:latin typeface="Arial" panose="020B0604020202020204" pitchFamily="34" charset="0"/>
              </a:rPr>
              <a:t>ChatGPT</a:t>
            </a:r>
            <a:r>
              <a:rPr lang="en-US" altLang="en-US" b="1" dirty="0">
                <a:effectLst/>
                <a:latin typeface="Arial" panose="020B0604020202020204" pitchFamily="34" charset="0"/>
              </a:rPr>
              <a:t>/Gemini</a:t>
            </a:r>
            <a:r>
              <a:rPr lang="en-US" altLang="en-US" dirty="0">
                <a:effectLst/>
                <a:latin typeface="Arial" panose="020B0604020202020204" pitchFamily="34" charset="0"/>
              </a:rPr>
              <a:t> for debugging error messages, u </a:t>
            </a:r>
            <a:r>
              <a:rPr lang="en-US" altLang="en-US" dirty="0" err="1">
                <a:effectLst/>
                <a:latin typeface="Arial" panose="020B0604020202020204" pitchFamily="34" charset="0"/>
              </a:rPr>
              <a:t>nderstanding</a:t>
            </a:r>
            <a:r>
              <a:rPr lang="en-US" altLang="en-US" dirty="0"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effectLst/>
                <a:latin typeface="Arial" panose="020B0604020202020204" pitchFamily="34" charset="0"/>
              </a:rPr>
              <a:t>mAP</a:t>
            </a:r>
            <a:r>
              <a:rPr lang="en-US" altLang="en-US" dirty="0">
                <a:effectLst/>
                <a:latin typeface="Arial" panose="020B0604020202020204" pitchFamily="34" charset="0"/>
              </a:rPr>
              <a:t> metrics, and structuring the repository.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12</TotalTime>
  <Words>479</Words>
  <Application>Microsoft Office PowerPoint</Application>
  <PresentationFormat>On-screen Show (4:3)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Bookman Old Style</vt:lpstr>
      <vt:lpstr>Google Sans Text</vt:lpstr>
      <vt:lpstr>Rockwell</vt:lpstr>
      <vt:lpstr>Damask</vt:lpstr>
      <vt:lpstr>Smart Helmet Detector</vt:lpstr>
      <vt:lpstr>Problem &amp; Motivation</vt:lpstr>
      <vt:lpstr>Solution Overview</vt:lpstr>
      <vt:lpstr>Technical Approach (1/2)</vt:lpstr>
      <vt:lpstr>Technical Approach (2/2)</vt:lpstr>
      <vt:lpstr>Dataset &amp; Preprocessing</vt:lpstr>
      <vt:lpstr>LIVE DEMO</vt:lpstr>
      <vt:lpstr>Results (1/2)</vt:lpstr>
      <vt:lpstr>Results (2/2)</vt:lpstr>
      <vt:lpstr>Key Learnings</vt:lpstr>
      <vt:lpstr>Future Work</vt:lpstr>
      <vt:lpstr>Acknowledgments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Helmet Detector</dc:title>
  <dc:subject/>
  <dc:creator/>
  <cp:keywords/>
  <dc:description>generated using python-pptx</dc:description>
  <cp:lastModifiedBy>Erwin</cp:lastModifiedBy>
  <cp:revision>3</cp:revision>
  <dcterms:created xsi:type="dcterms:W3CDTF">2013-01-27T09:14:16Z</dcterms:created>
  <dcterms:modified xsi:type="dcterms:W3CDTF">2025-12-12T07:09:09Z</dcterms:modified>
  <cp:category/>
</cp:coreProperties>
</file>